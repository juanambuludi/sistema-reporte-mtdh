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d968ebbdbf4413" /><Relationship Type="http://schemas.openxmlformats.org/officeDocument/2006/relationships/extended-properties" Target="/docProps/app.xml" Id="Red87c280a3604c38" /><Relationship Type="http://schemas.openxmlformats.org/officeDocument/2006/relationships/officeDocument" Target="/ppt/presentation.xml" Id="Rcc2e1f64da7945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479ed2e3e741f8"/>
  </p:sldMasterIdLst>
  <p:notesMasterIdLst>
    <p:notesMasterId xmlns:r="http://schemas.openxmlformats.org/officeDocument/2006/relationships" r:id="R6ee156926741413a"/>
  </p:notesMasterIdLst>
  <p:sldIdLst>
    <p:sldId xmlns:r="http://schemas.openxmlformats.org/officeDocument/2006/relationships" id="256" r:id="R5644f39a268e41c1"/>
    <p:sldId xmlns:r="http://schemas.openxmlformats.org/officeDocument/2006/relationships" id="257" r:id="Rc22c96cea62841ef"/>
    <p:sldId xmlns:r="http://schemas.openxmlformats.org/officeDocument/2006/relationships" id="258" r:id="Rabd0923b679443cd"/>
    <p:sldId xmlns:r="http://schemas.openxmlformats.org/officeDocument/2006/relationships" id="259" r:id="Ra1e30581cb1f4c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2c0b1a56dd474d" /><Relationship Type="http://schemas.openxmlformats.org/officeDocument/2006/relationships/slideMaster" Target="/ppt/slideMasters/slideMaster1.xml" Id="Ree479ed2e3e741f8" /><Relationship Type="http://schemas.openxmlformats.org/officeDocument/2006/relationships/notesMaster" Target="/ppt/notesMasters/notesMaster1.xml" Id="R6ee156926741413a" /><Relationship Type="http://schemas.openxmlformats.org/officeDocument/2006/relationships/presProps" Target="/ppt/presProps.xml" Id="R43a60e9eb94e4148" /><Relationship Type="http://schemas.openxmlformats.org/officeDocument/2006/relationships/tableStyles" Target="/ppt/tableStyles.xml" Id="R0c0d374c909a46bd" /><Relationship Type="http://schemas.openxmlformats.org/officeDocument/2006/relationships/slide" Target="/ppt/slides/slide1.xml" Id="R5644f39a268e41c1" /><Relationship Type="http://schemas.openxmlformats.org/officeDocument/2006/relationships/slide" Target="/ppt/slides/slide2.xml" Id="Rc22c96cea62841ef" /><Relationship Type="http://schemas.openxmlformats.org/officeDocument/2006/relationships/slide" Target="/ppt/slides/slide3.xml" Id="Rabd0923b679443cd" /><Relationship Type="http://schemas.openxmlformats.org/officeDocument/2006/relationships/slide" Target="/ppt/slides/slide4.xml" Id="Ra1e30581cb1f4c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b6afc6a0fc4f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e15ad0f62445c2" /><Relationship Type="http://schemas.openxmlformats.org/officeDocument/2006/relationships/notesMaster" Target="/ppt/notesMasters/notesMaster1.xml" Id="R618d79bb7c054d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b0795c79ad4974" /><Relationship Type="http://schemas.openxmlformats.org/officeDocument/2006/relationships/notesMaster" Target="/ppt/notesMasters/notesMaster1.xml" Id="R75f6cedefea44a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318acff157429c" /><Relationship Type="http://schemas.openxmlformats.org/officeDocument/2006/relationships/notesMaster" Target="/ppt/notesMasters/notesMaster1.xml" Id="Rf570bd57e0bc41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5168966d524c46" /><Relationship Type="http://schemas.openxmlformats.org/officeDocument/2006/relationships/notesMaster" Target="/ppt/notesMasters/notesMaster1.xml" Id="Ra731fb0d99dc4b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{{SPEAKER_NOTES}}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{{SPEAKER_NOTES}}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{{SPEAKER_NOTES}}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{{SPEAKER_NOTES}}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0da3946f349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5e3713bda46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4fa5f4b2a48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b940e724e42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e8aa766bb41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93ff733f44c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63526F-C9BD-4349-AEDC-680D291E9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6C0B81-F584-4C34-88AD-3763F9B0AA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46017D1-17BE-4E08-B461-C992E3A31A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F28ABB-52BB-4657-93D7-19C27102B6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855281-001B-49A3-A943-BD88DB7F25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3602D2-EE4B-40C3-8D81-54E2B16A0E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0B40CE-0C11-4FC4-B850-9B79C20877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8D31ED-8CF1-4372-8372-67CAEE4E6A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698B89-D8FD-47F6-A127-D20EEC99C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EDBD1C-3EF4-4006-89C7-CC83169752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4264efc0b5429c" /><Relationship Type="http://schemas.openxmlformats.org/officeDocument/2006/relationships/slideLayout" Target="/ppt/slideLayouts/slideLayout1.xml" Id="R9e571078905147cf" /><Relationship Type="http://schemas.openxmlformats.org/officeDocument/2006/relationships/slideLayout" Target="/ppt/slideLayouts/slideLayout2.xml" Id="R757b7971631345b9" /><Relationship Type="http://schemas.openxmlformats.org/officeDocument/2006/relationships/slideLayout" Target="/ppt/slideLayouts/slideLayout3.xml" Id="Readb27053e184eb9" /><Relationship Type="http://schemas.openxmlformats.org/officeDocument/2006/relationships/slideLayout" Target="/ppt/slideLayouts/slideLayout4.xml" Id="R4097694794884074" /><Relationship Type="http://schemas.openxmlformats.org/officeDocument/2006/relationships/slideLayout" Target="/ppt/slideLayouts/slideLayout5.xml" Id="R993c11a0558b4d1d" /><Relationship Type="http://schemas.openxmlformats.org/officeDocument/2006/relationships/slideLayout" Target="/ppt/slideLayouts/slideLayout6.xml" Id="Reefa7334d70649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571078905147cf"/>
    <p:sldLayoutId xmlns:r="http://schemas.openxmlformats.org/officeDocument/2006/relationships" id="2147483650" r:id="R757b7971631345b9"/>
    <p:sldLayoutId xmlns:r="http://schemas.openxmlformats.org/officeDocument/2006/relationships" id="2147483651" r:id="Readb27053e184eb9"/>
    <p:sldLayoutId xmlns:r="http://schemas.openxmlformats.org/officeDocument/2006/relationships" id="2147483652" r:id="R4097694794884074"/>
    <p:sldLayoutId xmlns:r="http://schemas.openxmlformats.org/officeDocument/2006/relationships" id="2147483653" r:id="R993c11a0558b4d1d"/>
    <p:sldLayoutId xmlns:r="http://schemas.openxmlformats.org/officeDocument/2006/relationships" id="2147483654" r:id="Reefa7334d70649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3122c7d974a89" /><Relationship Type="http://schemas.openxmlformats.org/officeDocument/2006/relationships/image" Target="/ppt/media/image.png" Id="R20f68fde05a84aac" /><Relationship Type="http://schemas.openxmlformats.org/officeDocument/2006/relationships/notesSlide" Target="/ppt/notesSlides/notesSlide1.xml" Id="R9058842a85be4e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8906a8d424659" /><Relationship Type="http://schemas.openxmlformats.org/officeDocument/2006/relationships/image" Target="/ppt/media/image2.png" Id="Rd08b10a0efa14e3b" /><Relationship Type="http://schemas.openxmlformats.org/officeDocument/2006/relationships/chart" Target="/ppt/slides/charts/chart1.xml" Id="Rc62a2daff4724717" /><Relationship Type="http://schemas.openxmlformats.org/officeDocument/2006/relationships/notesSlide" Target="/ppt/notesSlides/notesSlide2.xml" Id="Rac859216be4e4e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c52e6660884d7a" /><Relationship Type="http://schemas.openxmlformats.org/officeDocument/2006/relationships/notesSlide" Target="/ppt/notesSlides/notesSlide3.xml" Id="R65702180f11247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e0a014e1d44bfd" /><Relationship Type="http://schemas.openxmlformats.org/officeDocument/2006/relationships/notesSlide" Target="/ppt/notesSlides/notesSlide4.xml" Id="R69248bd07c5940e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Personas reportadas</c:v>
          </c:tx>
          <c:spPr>
            <a:solidFill xmlns:a="http://schemas.openxmlformats.org/drawingml/2006/main">
              <a:srgbClr val="512F8D"/>
            </a:solidFill>
          </c:spPr>
          <c:invertIfNegative val="0"/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Data'!$A$2:$A$7</c:f>
              <c:strCache>
                <c:ptCount val="6"/>
                <c:pt idx="0">
                  <c:v>BDH</c:v>
                </c:pt>
                <c:pt idx="1">
                  <c:v>BDH variable</c:v>
                </c:pt>
                <c:pt idx="2">
                  <c:v>1.000 Días</c:v>
                </c:pt>
                <c:pt idx="3">
                  <c:v>BJGL</c:v>
                </c:pt>
                <c:pt idx="4">
                  <c:v>Mis Mejores Años</c:v>
                </c:pt>
                <c:pt idx="5">
                  <c:v>Toda una Vida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020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512F8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7C1EF-03F8-4943-BD2F-3A9DD32E21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68fde05a84aac"/>
          <a:stretch xmlns:a="http://schemas.openxmlformats.org/drawingml/2006/main"/>
        </p:blipFill>
        <p:spPr>
          <a:xfrm xmlns:a="http://schemas.openxmlformats.org/drawingml/2006/main">
            <a:off x="685800" y="552598"/>
            <a:ext cx="5905500" cy="1406546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9712D6A-599E-476A-8647-C8424AB7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{{TITLE}}</a:t>
            </a:r>
          </a:p>
        </p:txBody>
      </p:sp>
      <p:sp>
        <p:nvSpPr>
          <p:cNvPr id="3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B1490487-8F17-4CC5-8780-E7236086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{{PERIOD}}</a:t>
            </a:r>
          </a:p>
        </p:txBody>
      </p:sp>
      <p:sp>
        <p:nvSpPr>
          <p:cNvPr id="4" name="cover-scope">
            <a:extLst xmlns:a="http://schemas.openxmlformats.org/drawingml/2006/main">
              <a:ext uri="{FF2B5EF4-FFF2-40B4-BE49-F238E27FC236}">
                <a16:creationId xmlns:a16="http://schemas.microsoft.com/office/drawing/2014/main" id="{119DB892-5038-4487-B267-CDF9BB84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9DFF8"/>
                </a:solidFill>
                <a:latin typeface="Arial"/>
                <a:ea typeface="Arial"/>
                <a:cs typeface="Arial"/>
              </a:rPr>
              <a:t>{{SCOPE}}</a:t>
            </a:r>
          </a:p>
        </p:txBody>
      </p:sp>
      <p:sp>
        <p:nvSpPr>
          <p:cNvPr id="5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9E7E6E5B-A552-45AA-8069-6157FAEE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9DFF8"/>
                </a:solidFill>
                <a:latin typeface="Arial"/>
                <a:ea typeface="Arial"/>
                <a:cs typeface="Arial"/>
              </a:rPr>
              <a:t>{{SOURCE}}</a:t>
            </a:r>
          </a:p>
        </p:txBody>
      </p:sp>
    </p:spTree>
    <p:extLst>
      <p:ext uri="{BB962C8B-B14F-4D97-AF65-F5344CB8AC3E}">
        <p14:creationId xmlns:p14="http://schemas.microsoft.com/office/powerpoint/2010/main" val="763867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A2F39FF5-86E4-4158-9343-A95E1D71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{{PERIOD}}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080AA5-C22D-42AD-B299-AAD89EFA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{{SECTION_TITLE}}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AAE6F17-2045-42AD-9C3F-2D16D0BC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{{FOOTER}}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50823AF-44F3-4A56-9FFD-18615B6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{{PAGE}}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6A866-1996-4A9D-ABE8-8D9D454E14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b10a0efa14e3b"/>
          <a:stretch xmlns:a="http://schemas.openxmlformats.org/drawingml/2006/main"/>
        </p:blipFill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" name="chart-subtitle">
            <a:extLst xmlns:a="http://schemas.openxmlformats.org/drawingml/2006/main">
              <a:ext uri="{FF2B5EF4-FFF2-40B4-BE49-F238E27FC236}">
                <a16:creationId xmlns:a16="http://schemas.microsoft.com/office/drawing/2014/main" id="{419D38B1-6BF5-475F-B3A0-D1FCDEBC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657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{{CHART_SUBTITLE}}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16E42B1-0333-452B-903A-D31420004C67}"/>
              </a:ext>
            </a:extLst>
          </p:cNvPr>
          <p:cNvGraphicFramePr/>
          <p:nvPr/>
        </p:nvGraphicFramePr>
        <p:xfrm>
          <a:off xmlns:a="http://schemas.openxmlformats.org/drawingml/2006/main" x="552450" y="2247900"/>
          <a:ext xmlns:a="http://schemas.openxmlformats.org/drawingml/2006/main" cx="6858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2a2daff4724717"/>
          </a:graphicData>
        </a:graphic>
      </p:graphicFrame>
      <p:sp>
        <p:nvSpPr>
          <p:cNvPr id="8" name="people">
            <a:extLst xmlns:a="http://schemas.openxmlformats.org/drawingml/2006/main">
              <a:ext uri="{FF2B5EF4-FFF2-40B4-BE49-F238E27FC236}">
                <a16:creationId xmlns:a16="http://schemas.microsoft.com/office/drawing/2014/main" id="{CD4D0C3D-AFF2-478D-BDA0-1BBEF6D7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{{PEOPLE}}</a:t>
            </a:r>
          </a:p>
        </p:txBody>
      </p:sp>
      <p:sp>
        <p:nvSpPr>
          <p:cNvPr id="9" name="people-label">
            <a:extLst xmlns:a="http://schemas.openxmlformats.org/drawingml/2006/main">
              <a:ext uri="{FF2B5EF4-FFF2-40B4-BE49-F238E27FC236}">
                <a16:creationId xmlns:a16="http://schemas.microsoft.com/office/drawing/2014/main" id="{E1CDC408-18C3-430E-B0E3-C7E3892D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{{PEOPLE_LABEL}}</a:t>
            </a:r>
          </a:p>
        </p:txBody>
      </p:sp>
      <p:sp>
        <p:nvSpPr>
          <p:cNvPr id="10" name="fiscal">
            <a:extLst xmlns:a="http://schemas.openxmlformats.org/drawingml/2006/main">
              <a:ext uri="{FF2B5EF4-FFF2-40B4-BE49-F238E27FC236}">
                <a16:creationId xmlns:a16="http://schemas.microsoft.com/office/drawing/2014/main" id="{1445C50D-5EC4-4DB4-896C-8C3309CA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{{FISCAL}}</a:t>
            </a:r>
          </a:p>
        </p:txBody>
      </p:sp>
      <p:sp>
        <p:nvSpPr>
          <p:cNvPr id="11" name="fiscal-label">
            <a:extLst xmlns:a="http://schemas.openxmlformats.org/drawingml/2006/main">
              <a:ext uri="{FF2B5EF4-FFF2-40B4-BE49-F238E27FC236}">
                <a16:creationId xmlns:a16="http://schemas.microsoft.com/office/drawing/2014/main" id="{AC386503-1134-4017-98DE-7AA63B19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{{FISCAL_LABEL}}</a:t>
            </a:r>
          </a:p>
        </p:txBody>
      </p:sp>
      <p:sp>
        <p:nvSpPr>
          <p:cNvPr id="12" name="extra-value">
            <a:extLst xmlns:a="http://schemas.openxmlformats.org/drawingml/2006/main">
              <a:ext uri="{FF2B5EF4-FFF2-40B4-BE49-F238E27FC236}">
                <a16:creationId xmlns:a16="http://schemas.microsoft.com/office/drawing/2014/main" id="{2F36CA4E-C032-43B3-8BB7-AD21BF2E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{{EXTRA_VALUE}}</a:t>
            </a:r>
          </a:p>
        </p:txBody>
      </p:sp>
      <p:sp>
        <p:nvSpPr>
          <p:cNvPr id="13" name="extra-label">
            <a:extLst xmlns:a="http://schemas.openxmlformats.org/drawingml/2006/main">
              <a:ext uri="{FF2B5EF4-FFF2-40B4-BE49-F238E27FC236}">
                <a16:creationId xmlns:a16="http://schemas.microsoft.com/office/drawing/2014/main" id="{00D39701-90F9-451C-897F-269ABB66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816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{{EXTRA_LABEL}}</a:t>
            </a:r>
          </a:p>
        </p:txBody>
      </p:sp>
      <p:sp>
        <p:nvSpPr>
          <p:cNvPr id="14" name="count-note">
            <a:extLst xmlns:a="http://schemas.openxmlformats.org/drawingml/2006/main">
              <a:ext uri="{FF2B5EF4-FFF2-40B4-BE49-F238E27FC236}">
                <a16:creationId xmlns:a16="http://schemas.microsoft.com/office/drawing/2014/main" id="{9FD4FD76-6F72-4B1E-B4E6-FA703ABF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{{COUNT_NOTE}}</a:t>
            </a:r>
          </a:p>
        </p:txBody>
      </p:sp>
    </p:spTree>
    <p:extLst>
      <p:ext uri="{BB962C8B-B14F-4D97-AF65-F5344CB8AC3E}">
        <p14:creationId xmlns:p14="http://schemas.microsoft.com/office/powerpoint/2010/main" val="1830354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14C4B25C-7D63-41AD-B694-D179F3CD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{{PERIOD}}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E9AFB8-D7C6-4EC1-858A-30CA8C5A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{{DETAIL_TITLE}}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9EB817F-669A-4DEB-95C1-F699E469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{{FOOTER}}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EA3899E-11CC-47B3-9E6C-4C04A7F9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{{PAGE}}</a:t>
            </a:r>
          </a:p>
        </p:txBody>
      </p:sp>
      <p:sp>
        <p:nvSpPr>
          <p:cNvPr id="5" name="detail-subtitle">
            <a:extLst xmlns:a="http://schemas.openxmlformats.org/drawingml/2006/main">
              <a:ext uri="{FF2B5EF4-FFF2-40B4-BE49-F238E27FC236}">
                <a16:creationId xmlns:a16="http://schemas.microsoft.com/office/drawing/2014/main" id="{CF86538F-5060-4739-A741-16543160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{{DETAIL_SUBTITLE}}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76688-058E-4123-8648-46B2C6BB3D9F}"/>
              </a:ext>
            </a:extLst>
          </p:cNvPr>
          <p:cNvGraphicFramePr/>
          <p:nvPr/>
        </p:nvGraphicFramePr>
        <p:xfrm>
          <a:off xmlns:a="http://schemas.openxmlformats.org/drawingml/2006/main" x="685800" y="2114550"/>
          <a:ext xmlns:a="http://schemas.openxmlformats.org/drawingml/2006/main" cx="1082040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657350"/>
                <a:gridCol w="1295400"/>
                <a:gridCol w="1838325"/>
                <a:gridCol w="1838325"/>
              </a:tblGrid>
              <a:tr h="552450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Programa o servicio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Personas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Unidades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Fiscal</a:t>
                      </a:r>
                    </a:p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USD millones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Gobierno</a:t>
                      </a:r>
                    </a:p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USD millones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</a:tr>
              <a:tr h="495300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{{ROW_LABEL}}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{{ROW_PEOPLE}}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{{ROW_UNITS}}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{{ROW_FISCAL}}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{{ROW_GOVERNMENT}}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</a:tr>
              <a:tr h="495300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Total seleccionado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{{TOTAL_PEOPLE}}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{{TOTAL_UNITS}}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{{TOTAL_FISCAL}}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{{TOTAL_GOVERNMENT}}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</a:tr>
            </a:tbl>
          </a:graphicData>
        </a:graphic>
      </p:graphicFrame>
      <p:sp>
        <p:nvSpPr>
          <p:cNvPr id="7" name="detail-note">
            <a:extLst xmlns:a="http://schemas.openxmlformats.org/drawingml/2006/main">
              <a:ext uri="{FF2B5EF4-FFF2-40B4-BE49-F238E27FC236}">
                <a16:creationId xmlns:a16="http://schemas.microsoft.com/office/drawing/2014/main" id="{5269671E-030F-45B7-BC34-0EA8781F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{{DETAIL_NOTE}}</a:t>
            </a:r>
          </a:p>
        </p:txBody>
      </p:sp>
    </p:spTree>
    <p:extLst>
      <p:ext uri="{BB962C8B-B14F-4D97-AF65-F5344CB8AC3E}">
        <p14:creationId xmlns:p14="http://schemas.microsoft.com/office/powerpoint/2010/main" val="17532849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4EB87881-4BD7-4CC1-A478-5E402BAB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{{PERIOD}}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EAA87D-ACA3-4949-A403-118B30B6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Alcance y lectura de las cifras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6A5493E-8815-4D84-ADD1-62A795A6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{{FOOTER}}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C718EE2-72E7-4B3D-89A0-0C0DC36B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{{PAGE}}</a:t>
            </a:r>
          </a:p>
        </p:txBody>
      </p:sp>
      <p:sp>
        <p:nvSpPr>
          <p:cNvPr id="5" name="method-head-1">
            <a:extLst xmlns:a="http://schemas.openxmlformats.org/drawingml/2006/main">
              <a:ext uri="{FF2B5EF4-FFF2-40B4-BE49-F238E27FC236}">
                <a16:creationId xmlns:a16="http://schemas.microsoft.com/office/drawing/2014/main" id="{5F8AD009-F4F1-4681-B562-6D55F470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{{NOTE_TITLE_1}}</a:t>
            </a:r>
          </a:p>
        </p:txBody>
      </p:sp>
      <p:sp>
        <p:nvSpPr>
          <p:cNvPr id="6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1660426F-EDEF-4AF7-A845-8FD90D19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B"/>
                </a:solidFill>
                <a:latin typeface="Arial"/>
                <a:ea typeface="Arial"/>
                <a:cs typeface="Arial"/>
              </a:rPr>
              <a:t>{{NOTE_BODY_1}}</a:t>
            </a:r>
          </a:p>
        </p:txBody>
      </p:sp>
      <p:sp>
        <p:nvSpPr>
          <p:cNvPr id="7" name="method-head-2">
            <a:extLst xmlns:a="http://schemas.openxmlformats.org/drawingml/2006/main">
              <a:ext uri="{FF2B5EF4-FFF2-40B4-BE49-F238E27FC236}">
                <a16:creationId xmlns:a16="http://schemas.microsoft.com/office/drawing/2014/main" id="{1080B6DF-38E8-4480-BA34-DF1DD6B3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{{NOTE_TITLE_2}}</a:t>
            </a:r>
          </a:p>
        </p:txBody>
      </p:sp>
      <p:sp>
        <p:nvSpPr>
          <p:cNvPr id="8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9028004D-0C9E-47A3-962F-A6837C5B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B"/>
                </a:solidFill>
                <a:latin typeface="Arial"/>
                <a:ea typeface="Arial"/>
                <a:cs typeface="Arial"/>
              </a:rPr>
              <a:t>{{NOTE_BODY_2}}</a:t>
            </a:r>
          </a:p>
        </p:txBody>
      </p:sp>
      <p:sp>
        <p:nvSpPr>
          <p:cNvPr id="9" name="method-head-3">
            <a:extLst xmlns:a="http://schemas.openxmlformats.org/drawingml/2006/main">
              <a:ext uri="{FF2B5EF4-FFF2-40B4-BE49-F238E27FC236}">
                <a16:creationId xmlns:a16="http://schemas.microsoft.com/office/drawing/2014/main" id="{37A8A915-7ECB-4133-9C46-A14F769A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{{NOTE_TITLE_3}}</a:t>
            </a:r>
          </a:p>
        </p:txBody>
      </p:sp>
      <p:sp>
        <p:nvSpPr>
          <p:cNvPr id="10" name="method-body-3">
            <a:extLst xmlns:a="http://schemas.openxmlformats.org/drawingml/2006/main">
              <a:ext uri="{FF2B5EF4-FFF2-40B4-BE49-F238E27FC236}">
                <a16:creationId xmlns:a16="http://schemas.microsoft.com/office/drawing/2014/main" id="{901EA0C3-125D-4A64-9AF6-4784152D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B"/>
                </a:solidFill>
                <a:latin typeface="Arial"/>
                <a:ea typeface="Arial"/>
                <a:cs typeface="Arial"/>
              </a:rPr>
              <a:t>{{NOTE_BODY_3}}</a:t>
            </a:r>
          </a:p>
        </p:txBody>
      </p:sp>
    </p:spTree>
    <p:extLst>
      <p:ext uri="{BB962C8B-B14F-4D97-AF65-F5344CB8AC3E}">
        <p14:creationId xmlns:p14="http://schemas.microsoft.com/office/powerpoint/2010/main" val="2108744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2026-10-22T15:40:36.0150000Z</dcterms:created>
  <dcterms:modified xsi:type="dcterms:W3CDTF">2026-10-22T15:40:36.0150000Z</dcterms:modified>
</coreProperties>
</file>