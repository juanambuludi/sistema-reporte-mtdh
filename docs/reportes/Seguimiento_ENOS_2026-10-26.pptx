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Sheet1!$A$2:$A$8</c:f>
              <c:strCache>
                <c:ptCount val="7"/>
                <c:pt idx="0">
                  <c:v>Santa Elena</c:v>
                </c:pt>
                <c:pt idx="1">
                  <c:v>Esmeraldas</c:v>
                </c:pt>
                <c:pt idx="2">
                  <c:v>Cotopaxi</c:v>
                </c:pt>
                <c:pt idx="3">
                  <c:v>Pichincha</c:v>
                </c:pt>
                <c:pt idx="4">
                  <c:v>Manabí</c:v>
                </c:pt>
                <c:pt idx="5">
                  <c:v>El Oro</c:v>
                </c:pt>
                <c:pt idx="6">
                  <c:v>Guayas</c:v>
                </c:pt>
              </c:strCache>
            </c:strRef>
          </c:cat>
          <c:val>
            <c:numRef>
              <c:f>Sheet1!$B$2:$B$8</c:f>
              <c:numCache>
                <c:formatCode>#,##0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registradas: 17. Alertas abiertas: 16. UA identificadas en alertas: 10. Kits entregados: 802. 17 alertas registradas desde el 29/09 en 7 provincias.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desde: 29/09/2026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Alertas de desastre natural registradas desde el 29 de septiembre de 2026.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desde: 29/09/2026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Alertas de desastre natural registradas desde el 29 de septiembre de 2026.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desde: 29/09/2026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Alertas de desastre natural registradas desde el 29 de septiembre de 2026.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29/09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Seguimiento ENOS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Alertas, kits y bono de contingencia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Alertas: 26/10/2026 · Kits: 25/10/2026 · Bonos: 23/10/2026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12:26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Actualización según los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Seguimiento y respuesta · 29/09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torm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registradas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Desde el 29/09/2026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lock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abiertas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Pendientes o en seguimiento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building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UA identificadas en alertas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Códigos de unidad distintos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life-buoy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Fin de semana 24–25/10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territoriales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29/09 al 26/10/2026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280160"/>
          <a:ext cx="667512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554480"/>
          <a:ext cx="420623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399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36576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B"/>
                </a:solidFill>
                <a:latin typeface="Calibri"/>
              </a:rPr>
              <a:t>La base registra alertas, no eventos únicos. El número de personas afectadas no puede consolidarse porque el campo fuente mezcla unidades.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Se utiliza la fecha de registro desde el 29/09. La atribución causal a ENOS no está certificada en la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Fin de semana 24–25/10/2026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512F8D"/>
                </a:solidFill>
                <a:latin typeface="Calibri"/>
              </a:rPr>
              <a:t>802 kits documentados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2011680"/>
          <a:ext cx="10972800" cy="3209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5920"/>
                <a:gridCol w="2377440"/>
                <a:gridCol w="5852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Entregas documentadas del 24 y 25 de octubre de 2026, corte 25/10 a las 19:00. No representan el acumulado desde el 29/09.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Planificación ENOS y referencia por inundaciones · corte 23/10/2026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Personas potenciales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145.523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Núcleos familiares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44.098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Inversión estimada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USD 13,41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042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Proyección nacional 2026–2027. No representa ejecución ni cambia con el filtro provincial.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" y="2743200"/>
          <a:ext cx="1097280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577840"/>
                <a:gridCol w="118872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Monto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" y="5376672"/>
            <a:ext cx="109728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ENOS · 29/09 al 26/10/2026</dc:title>
  <dc:subject>Seguimiento y respuesta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