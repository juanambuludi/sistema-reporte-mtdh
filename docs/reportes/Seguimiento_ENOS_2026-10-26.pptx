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El Oro</c:v>
                </c:pt>
                <c:pt idx="1">
                  <c:v>Guayas</c:v>
                </c:pt>
                <c:pt idx="2">
                  <c:v>Manabí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2</c:v>
                </c:pt>
                <c:pt idx="1">
                  <c:v>5</c:v>
                </c:pt>
                <c:pt idx="2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de servicios MTDH: 13. Alertas abiertas: 13. UA afectadas con código: 8. Kits entregados: 802. 13 alertas con afectación a servicios MTDH desde el 14/09 en 3 provincias.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14/09/2026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14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14/09/2026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14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14/09/2026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14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14/09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Seguimiento y respuesta MTDH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Alertas, kits y bono de contingencia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Alertas: 26/10/2026 · Kits: 25/10/2026 · Bonos: 23/10/2026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14:59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Actualización según los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Seguimiento y respuesta · 14/09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torm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de servicios MTDH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Desde el 14/09/2026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clock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abiertas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Pendientes o en seguimiento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building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UA afectadas con código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Solo códigos registrados en la fuente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life-buoy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Provincias priorizadas · 24–25/10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Afectaciones a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14/09 al 26/10/2026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280160"/>
          <a:ext cx="6675120" cy="4160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1554480"/>
          <a:ext cx="4206239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399"/>
                <a:gridCol w="1005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36576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02B"/>
                </a:solidFill>
                <a:latin typeface="Calibri"/>
              </a:rPr>
              <a:t>Solo afectaciones documentadas a servicios MTDH. Se excluyen daños externos sin impacto en su atención. El campo Afectados mezcla unidades y no se suma.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765"/>
                </a:solidFill>
                <a:latin typeface="Calibri"/>
              </a:rPr>
              <a:t>Se utiliza la fecha de registro desde el 14/09. La atribución causal a ENOS no está certificada en la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 provincias priorizadas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Fin de semana 24–25/10/2026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512F8D"/>
                </a:solidFill>
                <a:latin typeface="Calibri"/>
              </a:rPr>
              <a:t>802 kits documentados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2011680"/>
          <a:ext cx="10972800" cy="32095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5920"/>
                <a:gridCol w="2377440"/>
                <a:gridCol w="5852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4360" y="56235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Kits entregados en provincias priorizadas el 24–25/10/2026; corte 25/10, 19:00. No es el acumulado desde el 14/09.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Planificación ENOS y referencia por inundaciones · corte 23/10/2026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Personas potenciales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145.523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Núcleos familiares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44.098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Inversión estimada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USD 13,41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042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765"/>
                </a:solidFill>
                <a:latin typeface="Calibri"/>
              </a:rPr>
              <a:t>Proyección nacional 2026–2027. No representa ejecución ni cambia con el filtro provincial.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" y="2743200"/>
          <a:ext cx="10972800" cy="2414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577840"/>
                <a:gridCol w="118872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Personas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Monto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13.632,30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33.033,06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" y="5376672"/>
            <a:ext cx="109728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y respuesta MTDH · 14/09 al 26/10/2026</dc:title>
  <dc:subject>Seguimiento y respuesta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