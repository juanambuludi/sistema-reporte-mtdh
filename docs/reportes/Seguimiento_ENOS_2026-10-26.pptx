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CNH · 64 UA (64,6 %)</c:v>
                </c:pt>
                <c:pt idx="1">
                  <c:v>CDI · 35 UA (35,4 %)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reportadas: 39. Kits entregados: 10.607. Personas · Bono de Contingencia: —. Monto · Bono de Contingencia: USD —. Unidades cerradas / suspendidas: 99. 99 unidades de atención con atención suspendida (64 CNH · 35 CDI); El Oro concentra 75 (75,8 %).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28/09/2026 al 27/10/2026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Century Gothic"/>
              </a:rPr>
              <a:t>Riesgos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27/10/2026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27 de octubre de 2026, 11:37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28/09/2026 al 27/10/2026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reportadas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 y reportes sectoriales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10.607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21 provincias priorizadas · corte 27/10, 13:35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Personas · Bono de Contingencia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Sin desglose temporal disponible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· Bono de Contingencia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USD 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Sin desglose temporal disponible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27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Unidades con suspensión reportada al 26/10/2026, 16:00. Este indicador corresponde a ese corte territorial.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Virgen de las Mercedes #218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Rivera de los Vergeles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de la Paz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Ángel de Luz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Camino al Buen Vivir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Jardín de los Sueños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Mundo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Nuestros Niños en Dios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Niños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Sueños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Teresa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Cosechando Sueños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Angelitos Dei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Amiguitos del Futuro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San Rafael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Buen Vivir de los Niños y Niñas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Aprender Jugando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Raquel Aguilar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Tío Boanerges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Gotitas de Amor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Dina Verdi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Súper Niño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Estrellita de Mar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al Futuro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Milagritos de Dios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Tía Peluca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28/09/2026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3385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26700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Santa Elena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6700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3385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317296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1729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0976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7552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4128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60704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9728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26679" y="36758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367588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0976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7552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24128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60704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9728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26679" y="417880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Los Ríos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417880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50976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87552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79" y="468172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Santo Domingo de los Tsáchilas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468172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4000" y="46634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726679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73567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22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29800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76688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Gerontología · 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26679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73567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9800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76688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AHC ·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39 alertas reportadas: 10 con código UA y 29 reportes sectoriales.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Santo Domingo de los Tsáchilas
Santo Domingo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mitigación inmediata.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Pedernales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de contingencia.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adecuaciones provisionales.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GER-2026-003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preventivas y correctivas.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Esmeraldas
San Lorenzo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intervención emergente.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Huaquillas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en techo y daños en patio; mitigación temporal.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acompañamiento y monitoreo.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11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DII-2026-018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Olmedo Rendón Franco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DII-2026-017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Mis Primeros Pasos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Suspensión de actividades por desbordamiento del río Victoria.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Juan Franco Guerra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Suspensión por dificultades de acceso debido a lluvias intensas.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 segundo hogar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mis queridos angelitos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12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Ternura Infantil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Manta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Daños estructurales reportados y solventados durante el día.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San José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Manta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Daños estructurales reportados y solventados durante el día.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DII-2026-010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DII-2026-009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DII-2026-008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DII-2026-007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Tia Peluca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13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DII-2026-005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DII-2026-004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Luceritos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Miraflores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DII-2026-001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Infantes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DIS-2026-005
25/10/2026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7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Inundación de vivienda de un núcleo familiar; levantamiento de información.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DIS-2026-004
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5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Colapso de vivienda de un usuario; evaluación de necesidades.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14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DII-2026-011
05/10/2026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y dulces traviesos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afectados; reubicación temporal y atención virtual en gestión.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16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10.607 kits en 21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80 registros Kobo · corte 27/10/2026, 13:35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9.761; no son núcleos familiares únicos.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17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5765"/>
                </a:solidFill>
                <a:latin typeface="Calibri"/>
              </a:rPr>
              <a:t>Sin desglose temporal del bono para este período.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Sin desglose temporal disponible para bonos desde el 28/09/2026. Los acumulados recibidos no permiten identificar la fecha de cada gestión. Las proyecciones son una referencia de planificación, no ejecución del período.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18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21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Cañar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3.690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4.650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Morona Santiago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19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reportadas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1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1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1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20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Seguimiento desde el 28/09/2026, complementado con reportes sectoriales de octubre. Los reportes gerontológicos utilizan su fecha de reporte. Los identificadores DIS/GER/DII permiten localizar las filas incorporadas; no son códigos oficiales ni códigos UA. Los registros repetidos de la base consolidada se cuentan una sola vez. Alertas, unidades y personas son medidas distintas.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entregas desde el 28/09/2026 hasta el corte Kobo del 27/10/2026, 13:35:45. El registro de Cañar declara 1 kit, pero su observación indica una solicitud no recibida; pendiente de validación territorial.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Unidades con suspensión reportada al 26/10/2026, 16:00. Este indicador corresponde a ese corte territorial.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Sin desglose temporal disponible para bonos desde el 28/09/2026. Los acumulados recibidos no permiten identificar la fecha de cada gestión. Las proyecciones son una referencia de planificación, no ejecución del período.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Del 28/09/2026 al 27/10/2026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