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El Oro</c:v>
                </c:pt>
                <c:pt idx="1">
                  <c:v>Guayas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5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de servicios MTDH: 13. Alertas abiertas: 13. UA afectadas con código: 8. Kits entregados: 802. 13 alertas con afectación a servicios MTDH desde el 14/09 en 3 provincias.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Ámbito: Solo afectaciones documentadas a servicios MTDH</a:t>
            </a:r>
          </a:p>
          <a:p>
            <a:r>
              <a:t>Alertas desde: 14/09/2026</a:t>
            </a:r>
          </a:p>
          <a:p>
            <a:r>
              <a:t>Corte: 2026-10-26</a:t>
            </a:r>
          </a:p>
          <a:p>
            <a:r>
              <a:t>Territorio: Nacional</a:t>
            </a:r>
          </a:p>
          <a:p>
            <a:r>
              <a:t>Kits: 24–25/10/2026</a:t>
            </a:r>
          </a:p>
          <a:p>
            <a:r>
              <a:t>Bonos: Referencia al 23/10; sin atribución ENOS confirmada</a:t>
            </a:r>
          </a:p>
          <a:p>
            <a:r>
              <a:t>Solo se incluyen alertas con afectación documentada a instalaciones, acceso, continuidad o modalidad de atención de los servicios MTDH, registradas desde el 14 de septiembre de 2026. Se excluyen daños externos o a viviendas de familias usuarias sin impacto documentado en el servicio. Un código UA por sí solo no acredita afectación. La fecha corresponde al registro de la alerta; una alerta no equivale necesariamente a un evento único. El campo Afectados mezcla personas, familias y usuarios, por lo que no se presenta un total de personas únicas. La base no certifica atribución causal a ENOS.</a:t>
            </a:r>
          </a:p>
          <a:p>
            <a: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14/09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Seguimiento y respuesta MTDH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Alertas, kits y bono de contingencia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Alertas: 26/10/2026 · Kits: 25/10/2026 · Bonos: 23/10/2026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14:59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Actualización según los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Seguimiento y respuesta · 14/09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torm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de servicios MTDH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Desde el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lock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abiertas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Pendientes o en seguimiento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building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UA afectadas con código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Solo códigos registrados en la fuente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life-buoy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Fin de semana 24–25/10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Afectaciones a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14/09 al 26/10/2026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280160"/>
          <a:ext cx="6675120" cy="41605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554480"/>
          <a:ext cx="4206239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00399"/>
                <a:gridCol w="1005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36576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02B"/>
                </a:solidFill>
                <a:latin typeface="Calibri"/>
              </a:rPr>
              <a:t>Solo afectaciones documentadas a servicios MTDH. Se excluyen daños externos sin impacto en su atención. El campo Afectados mezcla unidades y no se suma.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Se utiliza la fecha de registro desde el 14/09. La atribución causal a ENOS no está certificada en la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Fin de semana 24–25/10/2026 · Nacional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512F8D"/>
                </a:solidFill>
                <a:latin typeface="Calibri"/>
              </a:rPr>
              <a:t>802 kits documentados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2011680"/>
          <a:ext cx="10972800" cy="32095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5920"/>
                <a:gridCol w="2377440"/>
                <a:gridCol w="5852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B164F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4360" y="56235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Entregas documentadas del 24 y 25 de octubre de 2026, corte 25/10 a las 19:00. No representan el acumulado desde el 14/09.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Planificación ENOS y referencia por inundaciones · corte 23/10/2026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Subsecretaría Territorial · MTDH · Alertas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Personas potenciales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145.523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Núcleos familiares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44.098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611880" cy="960120"/>
          </a:xfrm>
          <a:prstGeom prst="rect">
            <a:avLst/>
          </a:prstGeom>
          <a:solidFill>
            <a:srgbClr val="F1ED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0202B"/>
                </a:solidFill>
                <a:latin typeface="Calibri"/>
              </a:rPr>
              <a:t>Inversión estimada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6916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512F8D"/>
                </a:solidFill>
                <a:latin typeface="Calibri"/>
              </a:rPr>
              <a:t>USD 13,41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3042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765"/>
                </a:solidFill>
                <a:latin typeface="Calibri"/>
              </a:rPr>
              <a:t>Proyección nacional 2026–2027. No representa ejecución ni cambia con el filtro provincial.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94360" y="2743200"/>
          <a:ext cx="10972800" cy="24140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5577840"/>
                <a:gridCol w="118872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Personas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Monto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Gestionado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B164F"/>
                          </a:solidFill>
                          <a:latin typeface="Calibri"/>
                        </a:rPr>
                        <a:t>En articulación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0202B"/>
                          </a:solidFill>
                          <a:latin typeface="Calibri"/>
                        </a:rPr>
                        <a:t>USD 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94360" y="5376672"/>
            <a:ext cx="1097280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Gestionado no acredita cobro;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y respuesta MTDH · 14/09 al 26/10/2026</dc:title>
  <dc:subject>Seguimiento y respuesta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